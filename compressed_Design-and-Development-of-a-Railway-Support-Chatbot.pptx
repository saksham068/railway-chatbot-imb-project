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Outfit Extra Bold"/>
      <p:regular r:id="rId17"/>
    </p:embeddedFont>
    <p:embeddedFont>
      <p:font typeface="Arimo"/>
      <p:regular r:id="rId18"/>
    </p:embeddedFont>
    <p:embeddedFont>
      <p:font typeface="Arimo"/>
      <p:regular r:id="rId19"/>
    </p:embeddedFont>
    <p:embeddedFont>
      <p:font typeface="Arimo"/>
      <p:regular r:id="rId20"/>
    </p:embeddedFont>
    <p:embeddedFont>
      <p:font typeface="Arimo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Design and Development of a Railway Support Chatbot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Leveraging IBM Watsonx for Intelligent Passenger Assistance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842"/>
            <a:ext cx="60757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Need for AI in Railways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0249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E4CE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241173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24/7 Operations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62235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Railways operate continuously with passengers requiring assistance at any time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990249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62982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E4CE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0148" y="241173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2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High Volume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62982" y="362235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Thousands of inquiries daily overwhelm traditional customer service channels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28224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E4CE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5390" y="523089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Language Diversity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8224" y="6441519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Support needed across multiple languages and dialects for diverse passenger base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62982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5E4CE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0148" y="523089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982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Instant Response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62982" y="6441519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Real-time information on schedules, delays, and platform changes is critical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9963" y="1292185"/>
            <a:ext cx="4714637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Problem Statement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59963" y="2116693"/>
            <a:ext cx="7824073" cy="1087636"/>
          </a:xfrm>
          <a:prstGeom prst="roundRect">
            <a:avLst>
              <a:gd name="adj" fmla="val 7282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71299" y="2328029"/>
            <a:ext cx="235731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Service Bottlenecks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1299" y="2716768"/>
            <a:ext cx="740140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Limited staff capacity creates long wait times during peak hours and delays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59963" y="3361015"/>
            <a:ext cx="7824073" cy="1087636"/>
          </a:xfrm>
          <a:prstGeom prst="roundRect">
            <a:avLst>
              <a:gd name="adj" fmla="val 7282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1299" y="3572351"/>
            <a:ext cx="235731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Information Gaps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71299" y="3961090"/>
            <a:ext cx="740140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Passengers lack real-time access to accurate train status and platform information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59963" y="4605337"/>
            <a:ext cx="7824073" cy="1087636"/>
          </a:xfrm>
          <a:prstGeom prst="roundRect">
            <a:avLst>
              <a:gd name="adj" fmla="val 7282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1299" y="4816673"/>
            <a:ext cx="235731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Inconsistent Answers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71299" y="5205413"/>
            <a:ext cx="740140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Different agents provide varying responses leading to confusion and frustration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59963" y="5849660"/>
            <a:ext cx="7824073" cy="1087636"/>
          </a:xfrm>
          <a:prstGeom prst="roundRect">
            <a:avLst>
              <a:gd name="adj" fmla="val 7282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1299" y="6060996"/>
            <a:ext cx="235731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Scalability Issues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71299" y="6449735"/>
            <a:ext cx="740140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Traditional systems cannot scale efficiently to meet growing passenger demands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Proposed AI Solution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6407944" cy="3048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196352"/>
            <a:ext cx="37640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Intelligent Chatbot Platform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8677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IBM Watsonx-powered conversational AI for natural language understanding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022044"/>
            <a:ext cx="6408063" cy="3048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196352"/>
            <a:ext cx="28566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Multi-Channel Access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686770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Deploy across web, mobile apps, kiosks, and messaging platforms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338763"/>
            <a:ext cx="2923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Real-Time Integration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Connect to railway systems for live schedule, delay, and platform data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Learning System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829181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Continuous improvement through passenger interactions and feedback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047" y="594003"/>
            <a:ext cx="5400913" cy="675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System Overview</a:t>
            </a:r>
            <a:endParaRPr lang="en-US" sz="4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047" y="1680567"/>
            <a:ext cx="13118306" cy="6003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65239" y="2448527"/>
            <a:ext cx="3004658" cy="362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Railway Data Systems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10365239" y="2914440"/>
            <a:ext cx="3198521" cy="56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Real-time databases for trains and delays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05005" y="4421807"/>
            <a:ext cx="2901884" cy="362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Watsonx AI Engine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066313" y="4887721"/>
            <a:ext cx="2940575" cy="566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NLP core for intent, context, and routing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365239" y="5440691"/>
            <a:ext cx="2901883" cy="362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Chatbot Interface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0365239" y="5906605"/>
            <a:ext cx="3198521" cy="56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User-facing chat for schedules and updates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6135" y="697944"/>
            <a:ext cx="5284113" cy="660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Core Capabilities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6226135" y="1653778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98600" y="1726406"/>
            <a:ext cx="3615333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Natural Language Processing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898600" y="2174677"/>
            <a:ext cx="6992064" cy="6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Understands passenger queries in conversational language and multiple dialects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226135" y="3221712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98600" y="3294340"/>
            <a:ext cx="3257788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Context-Aware Responses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6898600" y="3742611"/>
            <a:ext cx="6992064" cy="6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Maintains conversation context across multiple interactions for coherent dialogue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226135" y="4789646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98600" y="4862274"/>
            <a:ext cx="2834402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Real-Time Data Access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6898600" y="5310545"/>
            <a:ext cx="6992064" cy="6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Retrieves live train status, platform assignments, and delay information instantly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6226135" y="6357580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98600" y="6430208"/>
            <a:ext cx="3127058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Multi-Turn Conversations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6898600" y="6878479"/>
            <a:ext cx="6992064" cy="6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Handles complex queries requiring multiple exchanges and follow-up questions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953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Technologies Used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42103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AFAFA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511623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E4CE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61614" y="2406015"/>
            <a:ext cx="272177" cy="2721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IBM Watsonx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084" y="3599497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and machine learning platform for natural language understanding and generation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8548" y="2542103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AFAFA">
              <a:alpha val="9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428548" y="2511623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11" name="Shape 8"/>
          <p:cNvSpPr/>
          <p:nvPr/>
        </p:nvSpPr>
        <p:spPr>
          <a:xfrm>
            <a:off x="10292298" y="220194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E4CE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6371" y="2406015"/>
            <a:ext cx="272177" cy="27217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5842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REST APIs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685842" y="359949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Integration layer connecting chatbot to railway scheduling and ticketing systems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793790" y="5149572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AFAFA">
              <a:alpha val="95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793790" y="5119092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17" name="Shape 13"/>
          <p:cNvSpPr/>
          <p:nvPr/>
        </p:nvSpPr>
        <p:spPr>
          <a:xfrm>
            <a:off x="3657540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E4CE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614" y="5013484"/>
            <a:ext cx="272177" cy="27217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084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 Infrastructure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1051084" y="620696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Real-time databases storing train schedules, delays, and passenger information</a:t>
            </a:r>
            <a:endParaRPr lang="en-US" sz="1750" dirty="0"/>
          </a:p>
        </p:txBody>
      </p:sp>
      <p:sp>
        <p:nvSpPr>
          <p:cNvPr id="21" name="Shape 16"/>
          <p:cNvSpPr/>
          <p:nvPr/>
        </p:nvSpPr>
        <p:spPr>
          <a:xfrm>
            <a:off x="7428548" y="5149572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FAFAFA">
              <a:alpha val="95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7428548" y="5119092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</p:sp>
      <p:sp>
        <p:nvSpPr>
          <p:cNvPr id="23" name="Shape 18"/>
          <p:cNvSpPr/>
          <p:nvPr/>
        </p:nvSpPr>
        <p:spPr>
          <a:xfrm>
            <a:off x="10292298" y="480941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E4CE6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96371" y="5013484"/>
            <a:ext cx="272177" cy="27217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85842" y="5716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Cloud Platform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7685842" y="6206966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Scalable cloud infrastructure ensuring high availability and performance during peak loads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577810"/>
            <a:ext cx="5113139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Development Process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136" y="1572935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3214" y="1775460"/>
            <a:ext cx="2677835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Requirements Analysis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903214" y="2200513"/>
            <a:ext cx="12018050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Identified use cases and passenger needs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36" y="2788682"/>
            <a:ext cx="1013103" cy="1215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03214" y="2991207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System Design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903214" y="3416260"/>
            <a:ext cx="12018050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Architectured data flows and integrations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" y="4004429"/>
            <a:ext cx="1013103" cy="1215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03214" y="4206954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Implementation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903214" y="4632007"/>
            <a:ext cx="12018050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Built NLP models and API connections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5220176"/>
            <a:ext cx="1013103" cy="1215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03214" y="5422702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Testing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903214" y="5847755"/>
            <a:ext cx="12018050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Validated accuracy and response times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6435923"/>
            <a:ext cx="1013103" cy="1215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03214" y="6638449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Deployment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903214" y="7063502"/>
            <a:ext cx="12018050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Launched across channels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146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Benefits and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47217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85%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00113" y="44790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Query Resolution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969431"/>
            <a:ext cx="30480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Automated handling of routine passenger inquiries without human intervention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3447217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24/7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44790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Availability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4969431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Continuous support across all operating hours and time zones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3447217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60%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63326" y="44790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Cost Reduction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4969431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Lower operational costs compared to traditional call center operations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788491" y="3447217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3X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894933" y="44790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Scalability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1" y="4969431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Handles triple the passenger volume during peak periods without additional resources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2919" y="989528"/>
            <a:ext cx="5190053" cy="648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Future Scope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6212919" y="1923098"/>
            <a:ext cx="7690961" cy="1186815"/>
          </a:xfrm>
          <a:prstGeom prst="roundRect">
            <a:avLst>
              <a:gd name="adj" fmla="val 7347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8065" y="2138243"/>
            <a:ext cx="2956560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Voice-Enabled Interface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28065" y="2576632"/>
            <a:ext cx="7260669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Voice assistants for hands-free operation at stations and on trains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12919" y="3299817"/>
            <a:ext cx="7690961" cy="1186815"/>
          </a:xfrm>
          <a:prstGeom prst="roundRect">
            <a:avLst>
              <a:gd name="adj" fmla="val 7347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28065" y="3514963"/>
            <a:ext cx="2594967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Predictive Assistance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28065" y="3953351"/>
            <a:ext cx="7260669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Proactive notifications about delays, gate changes, and alternative routes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2919" y="4676537"/>
            <a:ext cx="7690961" cy="1186815"/>
          </a:xfrm>
          <a:prstGeom prst="roundRect">
            <a:avLst>
              <a:gd name="adj" fmla="val 7347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8065" y="4891683"/>
            <a:ext cx="2629972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Personalized Services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28065" y="5330071"/>
            <a:ext cx="7260669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Learning passenger preferences for customized travel recommendations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12919" y="6053257"/>
            <a:ext cx="7690961" cy="1186815"/>
          </a:xfrm>
          <a:prstGeom prst="roundRect">
            <a:avLst>
              <a:gd name="adj" fmla="val 7347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28065" y="6268403"/>
            <a:ext cx="2598063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Expanded Languages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28065" y="6706791"/>
            <a:ext cx="7260669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Additional language support for international travelers and tourists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2026-03-01T10:52:18Z</dcterms:created>
  <dcterms:modified xsi:type="dcterms:W3CDTF">2026-03-01T10:52:18Z</dcterms:modified>
</cp:coreProperties>
</file>